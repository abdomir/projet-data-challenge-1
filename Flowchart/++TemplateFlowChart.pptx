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87"/>
  </p:normalViewPr>
  <p:slideViewPr>
    <p:cSldViewPr snapToGrid="0" snapToObjects="1">
      <p:cViewPr>
        <p:scale>
          <a:sx n="73" d="100"/>
          <a:sy n="73" d="100"/>
        </p:scale>
        <p:origin x="32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06079-CE6C-BE42-933F-97E616986256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DFC87-3EBA-4B47-897C-1379E2D46310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4373671" y="1540702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Randomized </a:t>
            </a:r>
            <a:endParaRPr lang="fr-FR" dirty="0" err="1"/>
          </a:p>
          <a:p>
            <a:pPr algn="ctr"/>
            <a:r>
              <a:rPr lang="fr-FR" b="1" dirty="0"/>
              <a:t>N=343</a:t>
            </a:r>
            <a:endParaRPr lang="fr-FR" b="1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373671" y="615863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Screening</a:t>
            </a:r>
            <a:endParaRPr lang="fr-FR" dirty="0"/>
          </a:p>
          <a:p>
            <a:pPr algn="ctr"/>
            <a:r>
              <a:rPr lang="fr-FR" b="1" dirty="0"/>
              <a:t>N=411</a:t>
            </a:r>
            <a:endParaRPr lang="fr-FR" b="1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567841" y="2788960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BUP/NX</a:t>
            </a:r>
            <a:endParaRPr lang="fr-FR" dirty="0"/>
          </a:p>
          <a:p>
            <a:pPr algn="ctr"/>
            <a:r>
              <a:rPr lang="fr-FR" b="1" dirty="0"/>
              <a:t>N=233</a:t>
            </a:r>
            <a:endParaRPr lang="fr-FR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7179310" y="2691130"/>
            <a:ext cx="2806065" cy="756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Clonidine</a:t>
            </a:r>
            <a:endParaRPr lang="fr-FR" dirty="0" err="1"/>
          </a:p>
          <a:p>
            <a:pPr algn="ctr"/>
            <a:r>
              <a:rPr lang="fr-FR" b="1" dirty="0"/>
              <a:t>N=110</a:t>
            </a:r>
            <a:endParaRPr lang="fr-FR" b="1" dirty="0"/>
          </a:p>
          <a:p>
            <a:pPr algn="ctr"/>
            <a:endParaRPr lang="fr-FR" b="1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1567815" y="4555490"/>
            <a:ext cx="2806065" cy="7359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BUP/NX </a:t>
            </a:r>
            <a:r>
              <a:rPr lang="fr-FR" dirty="0" err="1"/>
              <a:t>analyzed</a:t>
            </a:r>
            <a:r>
              <a:rPr lang="fr-FR" dirty="0"/>
              <a:t> </a:t>
            </a:r>
            <a:r>
              <a:rPr lang="fr-FR" dirty="0" err="1"/>
              <a:t>itt</a:t>
            </a:r>
            <a:endParaRPr lang="fr-FR" dirty="0" err="1"/>
          </a:p>
          <a:p>
            <a:pPr algn="ctr"/>
            <a:r>
              <a:rPr lang="fr-FR" dirty="0" err="1"/>
              <a:t>N=233</a:t>
            </a:r>
            <a:endParaRPr lang="fr-FR" dirty="0" err="1"/>
          </a:p>
          <a:p>
            <a:pPr algn="ctr"/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1567815" y="5325745"/>
            <a:ext cx="2806065" cy="951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BUP/NX </a:t>
            </a:r>
            <a:r>
              <a:rPr lang="fr-FR" dirty="0" err="1"/>
              <a:t>analyzed</a:t>
            </a:r>
            <a:r>
              <a:rPr lang="fr-FR" dirty="0"/>
              <a:t> </a:t>
            </a:r>
            <a:endParaRPr lang="fr-FR" dirty="0"/>
          </a:p>
          <a:p>
            <a:pPr algn="ctr"/>
            <a:r>
              <a:rPr lang="fr-FR" dirty="0"/>
              <a:t>per protocole</a:t>
            </a:r>
            <a:endParaRPr lang="fr-FR" dirty="0"/>
          </a:p>
          <a:p>
            <a:pPr algn="ctr"/>
            <a:r>
              <a:rPr lang="fr-FR" dirty="0"/>
              <a:t>N=207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7179501" y="4583049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 </a:t>
            </a:r>
            <a:r>
              <a:rPr lang="fr-FR" dirty="0" err="1"/>
              <a:t>analyzed</a:t>
            </a:r>
            <a:r>
              <a:rPr lang="fr-FR" dirty="0"/>
              <a:t> </a:t>
            </a:r>
            <a:r>
              <a:rPr lang="fr-FR" dirty="0" err="1"/>
              <a:t>itt</a:t>
            </a:r>
            <a:endParaRPr lang="fr-FR" dirty="0" err="1"/>
          </a:p>
          <a:p>
            <a:pPr algn="ctr"/>
            <a:r>
              <a:rPr lang="fr-FR" dirty="0"/>
              <a:t>N=110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7179310" y="5325745"/>
            <a:ext cx="2806065" cy="9448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 </a:t>
            </a:r>
            <a:r>
              <a:rPr lang="fr-FR" dirty="0" err="1"/>
              <a:t>analyzed</a:t>
            </a:r>
            <a:r>
              <a:rPr lang="fr-FR" dirty="0"/>
              <a:t> </a:t>
            </a:r>
            <a:endParaRPr lang="fr-FR" dirty="0"/>
          </a:p>
          <a:p>
            <a:pPr algn="ctr"/>
            <a:r>
              <a:rPr lang="fr-FR" dirty="0"/>
              <a:t>per protocole</a:t>
            </a:r>
            <a:endParaRPr lang="fr-FR" dirty="0"/>
          </a:p>
          <a:p>
            <a:pPr algn="ctr"/>
            <a:r>
              <a:rPr lang="fr-FR" dirty="0"/>
              <a:t>N=79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7656133" y="1084967"/>
            <a:ext cx="2805830" cy="6589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Not </a:t>
            </a:r>
            <a:r>
              <a:rPr lang="fr-FR" dirty="0" err="1"/>
              <a:t>included</a:t>
            </a:r>
            <a:endParaRPr lang="fr-FR" dirty="0"/>
          </a:p>
          <a:p>
            <a:pPr algn="ctr"/>
            <a:r>
              <a:rPr lang="fr-FR" b="1" dirty="0"/>
              <a:t>N=68</a:t>
            </a:r>
            <a:endParaRPr lang="fr-FR" b="1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4373671" y="3540923"/>
            <a:ext cx="1728191" cy="10421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Discontinued</a:t>
            </a:r>
            <a:endParaRPr lang="fr-FR" sz="1200" dirty="0"/>
          </a:p>
          <a:p>
            <a:pPr algn="ctr"/>
            <a:r>
              <a:rPr lang="fr-FR" sz="1200" b="1" dirty="0"/>
              <a:t>N=26</a:t>
            </a:r>
            <a:endParaRPr lang="fr-FR" sz="1200" b="1" dirty="0"/>
          </a:p>
          <a:p>
            <a:pPr algn="ctr"/>
            <a:r>
              <a:rPr lang="fr-FR" sz="1200" dirty="0" err="1"/>
              <a:t>Lost</a:t>
            </a:r>
            <a:r>
              <a:rPr lang="fr-FR" sz="1200" dirty="0"/>
              <a:t> to </a:t>
            </a:r>
            <a:r>
              <a:rPr lang="fr-FR" sz="1200" dirty="0" err="1"/>
              <a:t>follow</a:t>
            </a:r>
            <a:r>
              <a:rPr lang="fr-FR" sz="1200" dirty="0"/>
              <a:t> up</a:t>
            </a:r>
            <a:endParaRPr lang="fr-FR" sz="1200" dirty="0"/>
          </a:p>
          <a:p>
            <a:pPr algn="ctr"/>
            <a:r>
              <a:rPr lang="fr-FR" sz="1200" b="1" dirty="0"/>
              <a:t>N=95</a:t>
            </a:r>
            <a:endParaRPr lang="fr-FR" sz="1200" b="1" dirty="0"/>
          </a:p>
          <a:p>
            <a:pPr algn="ctr"/>
            <a:endParaRPr lang="fr-FR" sz="1200" b="1" dirty="0"/>
          </a:p>
        </p:txBody>
      </p:sp>
      <p:sp>
        <p:nvSpPr>
          <p:cNvPr id="14" name="Rectangle à coins arrondis 13"/>
          <p:cNvSpPr/>
          <p:nvPr/>
        </p:nvSpPr>
        <p:spPr>
          <a:xfrm>
            <a:off x="10198874" y="3540923"/>
            <a:ext cx="1728191" cy="10421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Discontinued</a:t>
            </a:r>
            <a:endParaRPr lang="fr-FR" sz="1200" dirty="0"/>
          </a:p>
          <a:p>
            <a:pPr algn="ctr"/>
            <a:r>
              <a:rPr lang="fr-FR" sz="1200" b="1" dirty="0"/>
              <a:t>N=31</a:t>
            </a:r>
            <a:endParaRPr lang="fr-FR" sz="1200" b="1" dirty="0"/>
          </a:p>
          <a:p>
            <a:pPr algn="ctr"/>
            <a:r>
              <a:rPr lang="fr-FR" sz="1200" dirty="0" err="1"/>
              <a:t>Lost</a:t>
            </a:r>
            <a:r>
              <a:rPr lang="fr-FR" sz="1200" dirty="0"/>
              <a:t> to </a:t>
            </a:r>
            <a:r>
              <a:rPr lang="fr-FR" sz="1200" dirty="0" err="1"/>
              <a:t>follow</a:t>
            </a:r>
            <a:r>
              <a:rPr lang="fr-FR" sz="1200" dirty="0"/>
              <a:t> up</a:t>
            </a:r>
            <a:endParaRPr lang="fr-FR" sz="1200" dirty="0"/>
          </a:p>
          <a:p>
            <a:pPr algn="ctr"/>
            <a:r>
              <a:rPr lang="fr-FR" sz="1200" b="1" dirty="0"/>
              <a:t>N=60</a:t>
            </a:r>
            <a:endParaRPr lang="fr-FR" sz="1200" b="1" dirty="0"/>
          </a:p>
          <a:p>
            <a:pPr algn="ctr"/>
            <a:endParaRPr lang="fr-FR" sz="1200" b="1" dirty="0"/>
          </a:p>
        </p:txBody>
      </p:sp>
      <p:cxnSp>
        <p:nvCxnSpPr>
          <p:cNvPr id="16" name="Connecteur droit 15"/>
          <p:cNvCxnSpPr>
            <a:stCxn id="5" idx="2"/>
            <a:endCxn id="4" idx="0"/>
          </p:cNvCxnSpPr>
          <p:nvPr/>
        </p:nvCxnSpPr>
        <p:spPr>
          <a:xfrm>
            <a:off x="5776586" y="1274763"/>
            <a:ext cx="0" cy="265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>
            <a:stCxn id="6" idx="2"/>
            <a:endCxn id="8" idx="0"/>
          </p:cNvCxnSpPr>
          <p:nvPr/>
        </p:nvCxnSpPr>
        <p:spPr>
          <a:xfrm>
            <a:off x="2971391" y="3447860"/>
            <a:ext cx="0" cy="1107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>
            <a:stCxn id="7" idx="2"/>
            <a:endCxn id="10" idx="0"/>
          </p:cNvCxnSpPr>
          <p:nvPr/>
        </p:nvCxnSpPr>
        <p:spPr>
          <a:xfrm>
            <a:off x="8582416" y="3447860"/>
            <a:ext cx="0" cy="1134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>
            <a:stCxn id="8" idx="2"/>
            <a:endCxn id="9" idx="0"/>
          </p:cNvCxnSpPr>
          <p:nvPr/>
        </p:nvCxnSpPr>
        <p:spPr>
          <a:xfrm>
            <a:off x="2971391" y="5291507"/>
            <a:ext cx="0" cy="34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>
            <a:stCxn id="10" idx="2"/>
            <a:endCxn id="11" idx="0"/>
          </p:cNvCxnSpPr>
          <p:nvPr/>
        </p:nvCxnSpPr>
        <p:spPr>
          <a:xfrm>
            <a:off x="8582416" y="5241949"/>
            <a:ext cx="0" cy="83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en angle 25"/>
          <p:cNvCxnSpPr/>
          <p:nvPr/>
        </p:nvCxnSpPr>
        <p:spPr>
          <a:xfrm rot="16200000" flipH="1">
            <a:off x="6906888" y="1864390"/>
            <a:ext cx="1021858" cy="10072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en angle 29"/>
          <p:cNvCxnSpPr/>
          <p:nvPr/>
        </p:nvCxnSpPr>
        <p:spPr>
          <a:xfrm rot="5400000">
            <a:off x="3624426" y="1967610"/>
            <a:ext cx="1021858" cy="10072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WPS Presentation</Application>
  <PresentationFormat>Grand écran</PresentationFormat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Thème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Julien Godet</dc:creator>
  <cp:lastModifiedBy>ABDO MIRGAN</cp:lastModifiedBy>
  <cp:revision>4</cp:revision>
  <dcterms:created xsi:type="dcterms:W3CDTF">2022-01-26T11:37:00Z</dcterms:created>
  <dcterms:modified xsi:type="dcterms:W3CDTF">2025-11-16T20:17:44Z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BA77A32C67804846BC89544E10B22662_12</vt:lpwstr>
  </property>
  <property fmtid="{D5CDD505-2E9C-101B-9397-08002B2CF9AE}" pid="3" name="KSOProductBuildVer">
    <vt:lpwstr>1036-12.2.0.23155</vt:lpwstr>
  </property>
</Properties>
</file>